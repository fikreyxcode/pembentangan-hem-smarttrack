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MONTAJ PEMBUKAAN RASMI • PENANDA ARASAN AMALAN TERBAIK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90" y="137160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383280"/>
            <a:ext cx="9448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PENANDA ARASAN AMALAN TERBAIK SEKOLAH 2026 (KATEGORI GURU SEKOLAH RENDAH)</a:t>
            </a:r>
          </a:p>
          <a:p>
            <a:pPr algn="ctr">
              <a:defRPr sz="4600" b="1">
                <a:solidFill>
                  <a:srgbClr val="F8FAFC"/>
                </a:solidFill>
              </a:defRPr>
            </a:pPr>
            <a:r>
              <a:t>HEM SmartTrack</a:t>
            </a:r>
          </a:p>
          <a:p>
            <a:pPr algn="ctr">
              <a:defRPr sz="2000">
                <a:solidFill>
                  <a:srgbClr val="06B6D4"/>
                </a:solidFill>
              </a:defRPr>
            </a:pPr>
            <a:r>
              <a:t>Pendigitalan Pengurusan HEM Bersepadu Berasaskan Data Masa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94484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4A3B8"/>
                </a:solidFill>
              </a:defRPr>
            </a:pPr>
            <a:r>
              <a:t>Pembangun &amp; Inovator: MOHAMMAD FIKREY BIN ABDUL GAPAR  |  SK Ranggu, Tawau  |  48 Guru, 3 AKP, 5 Pentadbir (Termasuk PK Petang)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JURANG &amp; ISU SEBENAR SEBELUM INOVASI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F4444"/>
                </a:solidFill>
              </a:defRPr>
            </a:pPr>
            <a:r>
              <a:t>3 KRISIS KRITIKAL PENGURUSAN HEM MANUAL DI SK RANGGU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03120"/>
            <a:ext cx="3246120" cy="3931920"/>
          </a:xfrm>
          <a:prstGeom prst="roundRect">
            <a:avLst/>
          </a:prstGeom>
          <a:solidFill>
            <a:srgbClr val="190F19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📱 1. Kehadiran WhatsApp Berselerak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Mesej bertimbun ratusan baris setiap pagi.</a:t>
            </a:r>
            <a:br/>
            <a:r>
              <a:t>• Sukar mengesan kelas yang belum mengisi.</a:t>
            </a:r>
            <a:br/>
            <a:r>
              <a:t>• Kira peratus manual guna kalkulator (45 minit).</a:t>
            </a:r>
            <a:br/>
            <a:r>
              <a:t>• Laporan ke PPD tertangguh.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2103120"/>
            <a:ext cx="3246120" cy="3931920"/>
          </a:xfrm>
          <a:prstGeom prst="roundRect">
            <a:avLst/>
          </a:prstGeom>
          <a:solidFill>
            <a:srgbClr val="190F19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📖 2. Buku Disiplin Pernah Dikoyak!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Menggunakan buku rekod fizikal yang rapuh.</a:t>
            </a:r>
            <a:br/>
            <a:r>
              <a:t>• Halaman pernah DIKOYAK / DISABOTAJ!</a:t>
            </a:r>
            <a:br/>
            <a:r>
              <a:t>• Bukti salah laku murid lenyap begitu sahaja.</a:t>
            </a:r>
            <a:br/>
            <a:r>
              <a:t>• Tindakan susulan kaunseling terbantut.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2" y="2103120"/>
            <a:ext cx="3246120" cy="3931920"/>
          </a:xfrm>
          <a:prstGeom prst="roundRect">
            <a:avLst/>
          </a:prstGeom>
          <a:solidFill>
            <a:srgbClr val="190F19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📸 3. Laporan Telegram Bercampur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Foto Guru Penyayang di pintu pagar hilang.</a:t>
            </a:r>
            <a:br/>
            <a:r>
              <a:t>• Bercampur dengan perbualan harian Telegram.</a:t>
            </a:r>
            <a:br/>
            <a:r>
              <a:t>• Tiada One-Page Report (OPR) yang seragam.</a:t>
            </a:r>
            <a:br/>
            <a:r>
              <a:t>• Evidens audit SKPMg2 / TS25 tercicir.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TITIK TRANSFORMASI DIGITAL SK RANGGU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645920"/>
            <a:ext cx="3474720" cy="3474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SATU INOVASI TULEN GURU AKAR UMBI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HEM SmartTrack SK Ranggu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Inovator &amp; Pembangun Sistem:</a:t>
            </a:r>
            <a:br/>
            <a:r>
              <a:t>MOHAMMAD FIKREY BIN ABDUL GAPAR</a:t>
            </a:r>
            <a:br/>
            <a:r>
              <a:t>Guru Inovasi &amp; Pembangun Sistem HEM SmartTrack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Dibangunkan 100% tanpa kos luar (Sifar Kos Lesen RM0)</a:t>
            </a:r>
            <a:br/>
            <a:r>
              <a:t>• Menggunakan teknologi awan PWA moden yang mesra sebarang telefon bimbit</a:t>
            </a:r>
            <a:br/>
            <a:r>
              <a:t>• Menghubungkan kehadiran, disiplin, pemantauan dan arkib awan dalam satu klik</a:t>
            </a:r>
            <a:br/>
            <a:r>
              <a:t>• Integriti data kalis manipulasi dan kalis sabotaj!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EKOSISTEM BERSEPADU: 9 MODUL PINTAR MASA NYATA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modul_01_ej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371600"/>
            <a:ext cx="4937760" cy="2743200"/>
          </a:xfrm>
          <a:prstGeom prst="rect">
            <a:avLst/>
          </a:prstGeom>
        </p:spPr>
      </p:pic>
      <p:pic>
        <p:nvPicPr>
          <p:cNvPr id="10" name="Picture 9" descr="modul_04_smartdisiplin_ut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371600"/>
            <a:ext cx="493776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42976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SEMUA 9 MODUL AKTIF DIGUNAKAN DI SK RANGGU SETIAP HARI: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01 e-JKM (Kehadiran 24 Kelas)  •  02 Keberadaan 48 Guru &amp; 3 AKP  •  03 Guru Bertugas Harian  •  04 HEM SmartDisiplin (Kalis Koyak)</a:t>
            </a:r>
            <a:br/>
            <a:r>
              <a:t>05 Guru Bertugas RMT  •  06 Rekod Kalendar Audit  •  07 Pemantauan 29 Zon Sekolah  •  08 Analisis KPI 96%  •  09 Template OPR Google Drive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EVIDENS AUTENTIK: KESELAMATAN &amp; DISIPLIN KALIS KOYAK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modul_09_template_op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371600"/>
            <a:ext cx="4937760" cy="2743200"/>
          </a:xfrm>
          <a:prstGeom prst="rect">
            <a:avLst/>
          </a:prstGeom>
        </p:spPr>
      </p:pic>
      <p:pic>
        <p:nvPicPr>
          <p:cNvPr id="10" name="Picture 9" descr="modul_08_analisis_kehadir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371600"/>
            <a:ext cx="493776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42976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INTEGRITI DISIPLIN TERPELIHARA &amp; AUTOMASI LAPORAN OPR GOOGLE DRIVE: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Modul 04 SmartDisiplin: Sifar rekod hilang kerana data disimpan terus dalam pangkalan data awan berkod ID rasmi.</a:t>
            </a:r>
            <a:br/>
            <a:r>
              <a:t>• Modul 07 &amp; 09 Pemantauan: Butang muat naik gambar aktiviti Guru Penyayang di pintu pagar terus menjana OPR 4 foto.</a:t>
            </a:r>
            <a:br/>
            <a:r>
              <a:t>• Tiada lagi gambar berterabur dalam Telegram; semua difailkan secara automatik ke Google Drive pengurusan 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DAPATAN IMPAK &amp; KEBERKESANAN (50 MARKAH PENJURIAN)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09728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9E0B"/>
                </a:solidFill>
              </a:defRPr>
            </a:pPr>
            <a:r>
              <a:t>BUKTI KEJAYAAN EMPIRIKAL DI SK RANGGU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⏱️ 89% PENJIMATAN MASA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45 Minit ➔ 5 Minit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Pengumpulan dan pengesahan kehadiran siap dalam masa 5 minit setiap pagi seawal 7:30.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🛡️ SIFAR REKOD HILANG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0 Kes Sabotaj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Isu helaian buku disiplin dikoyak dihapuskan sepenuhnya. 100% data salah laku direkod telus.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📈 96.4% KEHADIRAN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Melepasi Sasaran 96%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Pengesanan pantas murid ponteng membolehkan kaunseling awal, mengekalkan KPI cemerlang.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🌟 98.4% KEPUASAN GURU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48 Orang Guru Bersetuju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Sistem sangat mesra pengguna, memudahkan 48 guru &amp; 5 pentadbir (termasuk PK Petang).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MENUJU ANUGERAH EMAS AMALAN TERBAIK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logo_rasmi_hem_smarttrack_cu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90" y="137160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3832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</a:defRPr>
            </a:pPr>
            <a:r>
              <a:t>SATU PORTAL, SIFAR KEHILANGAN REKOD!</a:t>
            </a:r>
          </a:p>
          <a:p>
            <a:pPr algn="ctr">
              <a:defRPr sz="1800">
                <a:solidFill>
                  <a:srgbClr val="F8FAFC"/>
                </a:solidFill>
              </a:defRPr>
            </a:pPr>
            <a:r>
              <a:t>HEM SmartTrack: Merealisasikan Pengurusan Data Pintar Demi Kemenjadian Murid SK Ranggu</a:t>
            </a:r>
          </a:p>
          <a:p>
            <a:br/>
            <a:pPr algn="ctr">
              <a:defRPr sz="1400" b="1">
                <a:solidFill>
                  <a:srgbClr val="06B6D4"/>
                </a:solidFill>
              </a:defRPr>
            </a:pPr>
            <a:r>
              <a:t>Sekolah Kebangsaan Ranggu, Tawau  •  "Selangkah Di Hadapan"</a:t>
            </a:r>
            <a:br/>
            <a:r>
              <a:t>Pembentang: MOHAMMAD FIKREY BIN ABDUL GAPAR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